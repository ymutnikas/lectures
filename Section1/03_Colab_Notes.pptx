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7"/>
    <p:restoredTop sz="94614"/>
  </p:normalViewPr>
  <p:slideViewPr>
    <p:cSldViewPr snapToGrid="0">
      <p:cViewPr varScale="1">
        <p:scale>
          <a:sx n="123" d="100"/>
          <a:sy n="123" d="100"/>
        </p:scale>
        <p:origin x="97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6C3F-B22B-4EA0-CEAE-8009629CD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C09F3-B5C1-49BE-7520-2C81C71CB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F07D7-BC8C-9C25-C822-6F07CDE6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5C8F6-C086-3E28-2C3D-82E2DF2A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D5529-5FDF-AE01-2671-54532391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66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E90D-2DF8-1ACC-42D4-2808BD45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4A4F-5EF7-2345-75CF-A7E2C03F7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D4927-1375-117A-14E3-1CD15971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3D20-91EE-2D89-0976-8931C781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610F8-512D-4EEF-87A6-C448F8B7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9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6115-8150-9385-5C77-53D562E4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CD68D-8481-F791-3EFF-F097F910B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C98A-2686-C14E-7A8E-1CFE7FEE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44B5-A947-17E5-66F1-E94C903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01778-7F20-1092-9286-F0B972F69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5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FD9B-1F12-E527-1201-48590C3A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23CB4-C589-DD35-C75A-612A177CA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AF4B4-7C63-BC66-657B-6A9B7DB16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 b="0" i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E8FCC-51DB-EFE1-5161-627B485C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B5ADD-28DD-E237-5A5F-6983A88A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4971C-689B-3F44-57E4-B9E5D659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8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7711-3B2B-7BBC-2692-74309A29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EB8E6-7461-B93F-1672-1DBA1343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3088A-4E90-2144-3646-4003C3107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3A9E2-AF2B-A743-E880-C701F744B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4BB5B-9B47-B76B-FC97-9EB108E4A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CCB64-6F42-917D-76C4-CDCB1E257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6493C-5AAE-41E2-E163-04BB4C1D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1AFA8-EDC0-1AC3-9849-7ADD8B65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5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B8E5-7734-7BBE-39D0-010BEA42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E1B08-5DB3-0D68-5946-445F9AE4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945F7-E155-D663-9E78-3BE1AB05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DCA6D-BC47-38B5-8F65-E2C51EA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0CCA8-D349-B008-269B-C804F44F5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F4B91-7CA8-94EC-988B-594F13BD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3D301-EFE2-B25C-4307-F95B1401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4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6744-0719-780A-36A5-C2A4E6260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C738-5213-9BC0-24FA-88912137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A5E21-343A-F55E-DCAA-5DA9B7D22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D28AD-AB17-00FB-D101-72F9A645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866F9-E58F-C236-0716-F993DD6C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599DA-E989-3988-C719-8762F3F6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3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4A34-99D0-FA10-06F5-81544400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26042-6D60-53C6-084B-1F7A0346E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AE1B5-48BF-6022-C7D6-084638154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E9A2B-BB62-3B33-D0C2-B6C31468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A259F-2B52-D16A-C135-99E253AA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A4015-81B5-6551-1758-BA9DD7EF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1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CEA7-424F-5E9E-9ACE-719D2DD38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5ADB1-3883-138E-6D71-DFB593C47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79B91-2807-C46A-1B09-65A1DD42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F8746-E3FC-2BC1-4C84-09A0A05F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15E3C-BC5D-0592-A034-184C3583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5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FDB08-AAE9-66E9-2671-A711D3FB8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EB191-B190-316F-8253-648F595E8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4927-8702-42F4-882E-E999BDA7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F59A7-4E10-7FC1-E09F-2B477A1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1ED5-73F1-F236-C37F-C2B71A7B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7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2AAF2-FE24-8F5E-8EF3-6DC19E80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DA75E-CC1B-5726-55DD-C9BD69227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BEE2-CA33-A243-F4E2-5D2B33BD1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7DAA-6A7A-0740-B1A3-C93DE14AB8E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FC448-E4A5-199D-26F6-C091CB2A6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E67F8-7858-2416-FBD9-5698109AD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F79AB-895B-BA42-8ECC-1F2F2D26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9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EEF0A3-8E24-6A16-5A3C-4156736A29E2}"/>
              </a:ext>
            </a:extLst>
          </p:cNvPr>
          <p:cNvSpPr txBox="1"/>
          <p:nvPr/>
        </p:nvSpPr>
        <p:spPr>
          <a:xfrm>
            <a:off x="862255" y="581512"/>
            <a:ext cx="1109768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Some Positive properties</a:t>
            </a:r>
          </a:p>
          <a:p>
            <a:endParaRPr lang="en-GB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1. Zero setup / instant environment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No local installs, no dependency hell</a:t>
            </a:r>
          </a:p>
          <a:p>
            <a:pPr lvl="1"/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2. Free (and paid) GPU / TPU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Free tier gives limited GPU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LSTM / Transformers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Large matrix ops</a:t>
            </a:r>
          </a:p>
          <a:p>
            <a:pPr lvl="1"/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3. Cloud-based &amp; portable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Runs entirely in browser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Works on 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any machine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(Mac, Windows, Linux, low-spec laptops)</a:t>
            </a:r>
          </a:p>
          <a:p>
            <a:pPr lvl="1"/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Preinstalled ML stack – for quick prototyping</a:t>
            </a:r>
            <a:endParaRPr lang="en-GB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NumPy, pandas, matplotlib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scikit-learn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GB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TensorFlow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GB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6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LightGBM</a:t>
            </a:r>
            <a:endParaRPr lang="en-GB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8C72B-82FB-EAB1-714B-DC5F54582529}"/>
              </a:ext>
            </a:extLst>
          </p:cNvPr>
          <p:cNvSpPr txBox="1"/>
          <p:nvPr/>
        </p:nvSpPr>
        <p:spPr>
          <a:xfrm>
            <a:off x="159327" y="27834"/>
            <a:ext cx="9231682" cy="553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Notes</a:t>
            </a:r>
          </a:p>
        </p:txBody>
      </p:sp>
    </p:spTree>
    <p:extLst>
      <p:ext uri="{BB962C8B-B14F-4D97-AF65-F5344CB8AC3E}">
        <p14:creationId xmlns:p14="http://schemas.microsoft.com/office/powerpoint/2010/main" val="210108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9F547-C86C-CFF5-E841-5E0C64C37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8BE65E-583A-1D53-E96F-C63712774D19}"/>
              </a:ext>
            </a:extLst>
          </p:cNvPr>
          <p:cNvSpPr txBox="1"/>
          <p:nvPr/>
        </p:nvSpPr>
        <p:spPr>
          <a:xfrm>
            <a:off x="290755" y="768548"/>
            <a:ext cx="1109768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Some challenging aspects</a:t>
            </a:r>
          </a:p>
          <a:p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Sessions reset unexpectedly (long </a:t>
            </a: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pymc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, long MCMC…)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You cannot pin this image – package version control a must beyond core auto installed packages</a:t>
            </a:r>
          </a:p>
          <a:p>
            <a:pPr lvl="2"/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pip install \</a:t>
            </a:r>
          </a:p>
          <a:p>
            <a:pPr lvl="3"/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GB" sz="16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==1.26.4 \</a:t>
            </a:r>
          </a:p>
          <a:p>
            <a:pPr lvl="3"/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GB" sz="16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==1.11.4 \</a:t>
            </a:r>
          </a:p>
          <a:p>
            <a:pPr lvl="3"/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GB" sz="16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pymc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==5.10.0 \</a:t>
            </a:r>
          </a:p>
          <a:p>
            <a:pPr lvl="3"/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GB" sz="16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arviz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==0.17.0</a:t>
            </a:r>
          </a:p>
          <a:p>
            <a:pPr lvl="2"/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I/O is slow compared to local SSDs</a:t>
            </a:r>
          </a:p>
          <a:p>
            <a:pPr lvl="1"/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Specific caution </a:t>
            </a:r>
            <a:r>
              <a:rPr lang="en-GB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wrt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. confidence in results without re-running locally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7E39C-5DF8-6FA9-CFD9-070C594BAD80}"/>
              </a:ext>
            </a:extLst>
          </p:cNvPr>
          <p:cNvSpPr txBox="1"/>
          <p:nvPr/>
        </p:nvSpPr>
        <p:spPr>
          <a:xfrm>
            <a:off x="159327" y="27834"/>
            <a:ext cx="9231682" cy="553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Notes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2FB6B1-0D7A-831C-4381-9ED03CCFD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40" y="4556570"/>
            <a:ext cx="6968924" cy="213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9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1830-7172-5C13-0160-C28ABDB6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0AA85F-CF08-E383-B8E9-F959C445A503}"/>
              </a:ext>
            </a:extLst>
          </p:cNvPr>
          <p:cNvSpPr txBox="1"/>
          <p:nvPr/>
        </p:nvSpPr>
        <p:spPr>
          <a:xfrm>
            <a:off x="290755" y="768548"/>
            <a:ext cx="1109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This takes a while to install once you connect to </a:t>
            </a:r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instance</a:t>
            </a:r>
          </a:p>
          <a:p>
            <a:endParaRPr lang="en-GB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EA803C-E2A0-828B-4E4D-1E9EFF1C02ED}"/>
              </a:ext>
            </a:extLst>
          </p:cNvPr>
          <p:cNvSpPr txBox="1"/>
          <p:nvPr/>
        </p:nvSpPr>
        <p:spPr>
          <a:xfrm>
            <a:off x="159327" y="27834"/>
            <a:ext cx="9231682" cy="553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, compressive example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38170D-A52B-55A0-2CC0-B5A8C087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097" y="1455064"/>
            <a:ext cx="6039858" cy="507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1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177</Words>
  <Application>Microsoft Macintosh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Yaacov Mutnikas</dc:creator>
  <cp:keywords/>
  <dc:description/>
  <cp:lastModifiedBy>Yaacov Mutnikas</cp:lastModifiedBy>
  <cp:revision>15</cp:revision>
  <dcterms:created xsi:type="dcterms:W3CDTF">2025-11-20T13:58:55Z</dcterms:created>
  <dcterms:modified xsi:type="dcterms:W3CDTF">2025-12-16T11:37:51Z</dcterms:modified>
  <cp:category/>
</cp:coreProperties>
</file>