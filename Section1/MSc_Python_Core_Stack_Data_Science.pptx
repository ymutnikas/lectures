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Language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3.10+</a:t>
            </a:r>
          </a:p>
          <a:p>
            <a:r>
              <a:t>Built-ins: itertools, functools, collections</a:t>
            </a:r>
          </a:p>
          <a:p>
            <a:r>
              <a:t>dataclasses, typing</a:t>
            </a:r>
          </a:p>
          <a:p>
            <a:r>
              <a:t>pathlib, argparse, logging</a:t>
            </a:r>
          </a:p>
          <a:p>
            <a:r>
              <a:t>Code readability &amp; maintainability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NumPy</a:t>
            </a:r>
          </a:p>
          <a:p>
            <a:r>
              <a:t>SciPy</a:t>
            </a:r>
          </a:p>
          <a:p>
            <a:r>
              <a:t>Linear algebra, optimization</a:t>
            </a:r>
          </a:p>
          <a:p>
            <a:r>
              <a:t>Random processes &amp;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</a:t>
            </a:r>
          </a:p>
          <a:p>
            <a:r>
              <a:t>pyarrow</a:t>
            </a:r>
          </a:p>
          <a:p>
            <a:r>
              <a:t>polars</a:t>
            </a:r>
          </a:p>
          <a:p>
            <a:r>
              <a:t>Time-indexed &amp; tabular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matplotlib</a:t>
            </a:r>
          </a:p>
          <a:p>
            <a:r>
              <a:t>seaborn</a:t>
            </a:r>
          </a:p>
          <a:p>
            <a:r>
              <a:t>plotly</a:t>
            </a:r>
          </a:p>
          <a:p>
            <a:r>
              <a:t>altair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Statistics &amp; Classical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statsmodels</a:t>
            </a:r>
          </a:p>
          <a:p>
            <a:r>
              <a:t>Regression &amp; inference</a:t>
            </a:r>
          </a:p>
          <a:p>
            <a:r>
              <a:t>ARIMA / VAR</a:t>
            </a:r>
          </a:p>
          <a:p>
            <a:r>
              <a:t>GLMs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scikit-learn</a:t>
            </a:r>
          </a:p>
          <a:p>
            <a:r>
              <a:t>Pipelines &amp; CV</a:t>
            </a:r>
          </a:p>
          <a:p>
            <a:r>
              <a:t>XGBoost / LightGBM / CatBoost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&amp;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statsmodels.tsa</a:t>
            </a:r>
          </a:p>
          <a:p>
            <a:r>
              <a:t>sktime</a:t>
            </a:r>
          </a:p>
          <a:p>
            <a:r>
              <a:t>ruptures, stumpy</a:t>
            </a:r>
          </a:p>
          <a:p>
            <a:r>
              <a:t>prophet, orbit, darts, nixtla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&amp; Probabilistic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PyMC</a:t>
            </a:r>
          </a:p>
          <a:p>
            <a:r>
              <a:t>ArviZ</a:t>
            </a:r>
          </a:p>
          <a:p>
            <a:r>
              <a:t>Hierarchical models</a:t>
            </a:r>
          </a:p>
          <a:p>
            <a:r>
              <a:t>Uncertainty quantification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</a:t>
            </a:r>
          </a:p>
          <a:p>
            <a:r>
              <a:t>LSTM / Transformers</a:t>
            </a:r>
          </a:p>
          <a:p>
            <a:r>
              <a:t>tsai, torchforecasting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Causality &amp; Graph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dowhy, econml</a:t>
            </a:r>
          </a:p>
          <a:p>
            <a:r>
              <a:t>causalml</a:t>
            </a:r>
          </a:p>
          <a:p>
            <a:r>
              <a:t>pgmpy, networkx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 &amp;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JupyterLab</a:t>
            </a:r>
          </a:p>
          <a:p>
            <a:r>
              <a:t>pytest</a:t>
            </a:r>
          </a:p>
          <a:p>
            <a:r>
              <a:t>black, ruff</a:t>
            </a:r>
          </a:p>
          <a:p>
            <a:r>
              <a:t>git, poetry, conda</a:t>
            </a:r>
          </a:p>
          <a:p>
            <a:r>
              <a:t>MLflow, DVC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